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1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Developed By: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AUIC-22FL-BSCS-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1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Supervised By</a:t>
            </a:r>
            <a:r>
              <a:rPr b="0" lang="en-US" sz="21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: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Dr.Sadaf Tanvir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1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Program: 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Computer Science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1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Session:</a:t>
            </a:r>
            <a:r>
              <a:rPr b="0" lang="en-US" sz="21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  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Fall 2022 to Spring 2026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Department of Computing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Title 1"/>
          <p:cNvSpPr/>
          <p:nvPr/>
        </p:nvSpPr>
        <p:spPr>
          <a:xfrm>
            <a:off x="838080" y="393120"/>
            <a:ext cx="10641600" cy="14518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32500" lnSpcReduction="19999"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6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6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AI-Powered Smart Health Assistant </a:t>
            </a:r>
            <a:br>
              <a:rPr sz="6600"/>
            </a:br>
            <a:endParaRPr b="0" lang="en-US" sz="6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90000"/>
              </a:lnSpc>
            </a:pPr>
            <a:r>
              <a:rPr b="1" lang="en-US" sz="66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                  </a:t>
            </a:r>
            <a:endParaRPr b="0" lang="en-US" sz="6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1B0FFF-F69A-4C30-BC8A-989A6E6557AB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Introduction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Methodology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Tools and Technologies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UML Diagrams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Prototype Screenshots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itle 1"/>
          <p:cNvSpPr/>
          <p:nvPr/>
        </p:nvSpPr>
        <p:spPr>
          <a:xfrm>
            <a:off x="838080" y="365040"/>
            <a:ext cx="10515240" cy="13255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                              Contents   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3756F7-1377-4B7D-B30D-CC1913C608B9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841400"/>
            <a:ext cx="10515240" cy="433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AI-Powered Smart Health Assistant that combines all important features in one app.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Reminders, record storage, AI chatbot, caregiver updates and emergency alerts.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itle 1"/>
          <p:cNvSpPr/>
          <p:nvPr/>
        </p:nvSpPr>
        <p:spPr>
          <a:xfrm>
            <a:off x="838080" y="365040"/>
            <a:ext cx="10515240" cy="13255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                              Introduction   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042C2F-211B-4D5B-A29C-60439C81624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Modules:</a:t>
            </a:r>
            <a:r>
              <a:rPr b="1" lang="en-US" sz="1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Smart Health Agent,Health Records Manager,Caregiver Alert System,Medication Reminder System,Data Security &amp; Privacy,AI Integration</a:t>
            </a:r>
            <a:endParaRPr b="0" lang="en-US" sz="1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system will follow an MVVM (Model-View-ViewModel) architecture:</a:t>
            </a:r>
            <a:endParaRPr b="0" lang="en-US" sz="1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Model: Manages health records, medication data, and chatbot interactions.</a:t>
            </a:r>
            <a:endParaRPr b="0" lang="en-US" sz="1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View: User interface for chatbot, reminders, logs, and alerts.</a:t>
            </a:r>
            <a:endParaRPr b="0" lang="en-US" sz="1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ViewModel: Connects logic and UI, handles real-time updates.</a:t>
            </a:r>
            <a:endParaRPr b="0" lang="en-US" sz="1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itle 1"/>
          <p:cNvSpPr/>
          <p:nvPr/>
        </p:nvSpPr>
        <p:spPr>
          <a:xfrm>
            <a:off x="838080" y="365040"/>
            <a:ext cx="10515240" cy="13255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                  </a:t>
            </a: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	</a:t>
            </a: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	</a:t>
            </a: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Methodology  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458200" y="6172200"/>
            <a:ext cx="3443760" cy="4615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r"/>
            <a:fld id="{3C954320-AAED-4337-93E9-E88B0D5F1E00}" type="slidenum"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31364E-30E2-408D-87D8-64AEBED54C10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Technologies: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Kotlin (Android Studio) for app development.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Firebase for authentication, database, storage, and notifications.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Gemini AI for chatbot functionality.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Google Calendar API for medication reminders.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StateFlow/LiveData for UI state management.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itle 1"/>
          <p:cNvSpPr/>
          <p:nvPr/>
        </p:nvSpPr>
        <p:spPr>
          <a:xfrm>
            <a:off x="838080" y="365040"/>
            <a:ext cx="10515240" cy="13255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                      Tools and Technologies  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1DC623-7219-464E-A38A-D52DA709E5D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75" name="Content Placeholder 4" descr=""/>
          <p:cNvPicPr/>
          <p:nvPr/>
        </p:nvPicPr>
        <p:blipFill>
          <a:blip r:embed="rId1"/>
          <a:srcRect l="31450" t="39528" r="19133" b="38244"/>
          <a:stretch/>
        </p:blipFill>
        <p:spPr>
          <a:xfrm>
            <a:off x="2653200" y="2005920"/>
            <a:ext cx="5830920" cy="207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itle 1"/>
          <p:cNvSpPr/>
          <p:nvPr/>
        </p:nvSpPr>
        <p:spPr>
          <a:xfrm>
            <a:off x="838080" y="365040"/>
            <a:ext cx="10515240" cy="13255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                             Use Case Diagram 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5" descr=""/>
          <p:cNvPicPr/>
          <p:nvPr/>
        </p:nvPicPr>
        <p:blipFill>
          <a:blip r:embed="rId2"/>
          <a:srcRect l="43556" t="72240" r="38349" b="19762"/>
          <a:stretch/>
        </p:blipFill>
        <p:spPr>
          <a:xfrm>
            <a:off x="3477240" y="3984480"/>
            <a:ext cx="2855880" cy="999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8" name="Straight Connector 6"/>
          <p:cNvCxnSpPr/>
          <p:nvPr/>
        </p:nvCxnSpPr>
        <p:spPr>
          <a:xfrm flipH="1">
            <a:off x="5476680" y="3936240"/>
            <a:ext cx="31320" cy="492480"/>
          </a:xfrm>
          <a:prstGeom prst="straightConnector1">
            <a:avLst/>
          </a:prstGeom>
          <a:ln>
            <a:solidFill>
              <a:srgbClr val="5b9bd5"/>
            </a:solidFill>
          </a:ln>
        </p:spPr>
      </p:cxn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753CED-9A3E-4D7D-83D8-1E6405E4140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1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0" name="Content Placeholder 4" descr=""/>
          <p:cNvPicPr/>
          <p:nvPr/>
        </p:nvPicPr>
        <p:blipFill>
          <a:blip r:embed="rId1"/>
          <a:srcRect l="50007" t="36846" r="39776" b="49702"/>
          <a:stretch/>
        </p:blipFill>
        <p:spPr>
          <a:xfrm>
            <a:off x="5715720" y="1690920"/>
            <a:ext cx="1902600" cy="134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itle 1"/>
          <p:cNvSpPr/>
          <p:nvPr/>
        </p:nvSpPr>
        <p:spPr>
          <a:xfrm>
            <a:off x="838080" y="365040"/>
            <a:ext cx="10515240" cy="13255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                              Class Diagram   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5" descr=""/>
          <p:cNvPicPr/>
          <p:nvPr/>
        </p:nvPicPr>
        <p:blipFill>
          <a:blip r:embed="rId2"/>
          <a:srcRect l="30285" t="54910" r="57938" b="32687"/>
          <a:stretch/>
        </p:blipFill>
        <p:spPr>
          <a:xfrm>
            <a:off x="2593440" y="3135600"/>
            <a:ext cx="1889280" cy="12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6" descr=""/>
          <p:cNvPicPr/>
          <p:nvPr/>
        </p:nvPicPr>
        <p:blipFill>
          <a:blip r:embed="rId3"/>
          <a:srcRect l="29681" t="72437" r="57094" b="16656"/>
          <a:stretch/>
        </p:blipFill>
        <p:spPr>
          <a:xfrm>
            <a:off x="1889280" y="4878720"/>
            <a:ext cx="2447640" cy="133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7" descr=""/>
          <p:cNvPicPr/>
          <p:nvPr/>
        </p:nvPicPr>
        <p:blipFill>
          <a:blip r:embed="rId4"/>
          <a:srcRect l="55766" t="56411" r="33298" b="33548"/>
          <a:stretch/>
        </p:blipFill>
        <p:spPr>
          <a:xfrm>
            <a:off x="5201280" y="4073400"/>
            <a:ext cx="241704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8" descr=""/>
          <p:cNvPicPr/>
          <p:nvPr/>
        </p:nvPicPr>
        <p:blipFill>
          <a:blip r:embed="rId5"/>
          <a:srcRect l="68985" t="56411" r="17672" b="33548"/>
          <a:stretch/>
        </p:blipFill>
        <p:spPr>
          <a:xfrm>
            <a:off x="8717760" y="4073400"/>
            <a:ext cx="2080080" cy="127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6" name="Straight Arrow Connector 11"/>
          <p:cNvCxnSpPr>
            <a:stCxn id="80" idx="1"/>
            <a:endCxn id="82" idx="0"/>
          </p:cNvCxnSpPr>
          <p:nvPr/>
        </p:nvCxnSpPr>
        <p:spPr>
          <a:xfrm flipH="1">
            <a:off x="3538080" y="2364480"/>
            <a:ext cx="2178000" cy="771480"/>
          </a:xfrm>
          <a:prstGeom prst="straightConnector1">
            <a:avLst/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87" name="Straight Arrow Connector 12"/>
          <p:cNvCxnSpPr/>
          <p:nvPr/>
        </p:nvCxnSpPr>
        <p:spPr>
          <a:xfrm>
            <a:off x="3340440" y="4380840"/>
            <a:ext cx="360" cy="557280"/>
          </a:xfrm>
          <a:prstGeom prst="straightConnector1">
            <a:avLst/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88" name="Straight Arrow Connector 13"/>
          <p:cNvCxnSpPr/>
          <p:nvPr/>
        </p:nvCxnSpPr>
        <p:spPr>
          <a:xfrm>
            <a:off x="6476040" y="3047040"/>
            <a:ext cx="45000" cy="1085040"/>
          </a:xfrm>
          <a:prstGeom prst="straightConnector1">
            <a:avLst/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89" name="Straight Arrow Connector 14"/>
          <p:cNvCxnSpPr/>
          <p:nvPr/>
        </p:nvCxnSpPr>
        <p:spPr>
          <a:xfrm>
            <a:off x="7604640" y="2534760"/>
            <a:ext cx="1362960" cy="1655640"/>
          </a:xfrm>
          <a:prstGeom prst="straightConnector1">
            <a:avLst/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90" name="Text Box 16"/>
          <p:cNvSpPr/>
          <p:nvPr/>
        </p:nvSpPr>
        <p:spPr>
          <a:xfrm>
            <a:off x="6122520" y="3412440"/>
            <a:ext cx="406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Box 17"/>
          <p:cNvSpPr/>
          <p:nvPr/>
        </p:nvSpPr>
        <p:spPr>
          <a:xfrm>
            <a:off x="3733200" y="2534760"/>
            <a:ext cx="293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Box 18"/>
          <p:cNvSpPr/>
          <p:nvPr/>
        </p:nvSpPr>
        <p:spPr>
          <a:xfrm>
            <a:off x="8717760" y="3135600"/>
            <a:ext cx="406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Box 19"/>
          <p:cNvSpPr/>
          <p:nvPr/>
        </p:nvSpPr>
        <p:spPr>
          <a:xfrm>
            <a:off x="3048120" y="4453200"/>
            <a:ext cx="406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AA10C8-4F66-4AE0-A287-5D754A8FD5B2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249948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95" name="Content Placeholder 4" descr="Activity diagram (half)"/>
          <p:cNvPicPr/>
          <p:nvPr/>
        </p:nvPicPr>
        <p:blipFill>
          <a:blip r:embed="rId1"/>
          <a:stretch/>
        </p:blipFill>
        <p:spPr>
          <a:xfrm>
            <a:off x="2900520" y="1188720"/>
            <a:ext cx="5889960" cy="54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itle 1"/>
          <p:cNvSpPr/>
          <p:nvPr/>
        </p:nvSpPr>
        <p:spPr>
          <a:xfrm>
            <a:off x="427320" y="231840"/>
            <a:ext cx="10836720" cy="11350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lnSpcReduction="9999"/>
          </a:bodyPr>
          <a:p>
            <a:pPr defTabSz="914400">
              <a:lnSpc>
                <a:spcPct val="90000"/>
              </a:lnSpc>
            </a:pP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                                 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90000"/>
              </a:lnSpc>
            </a:pPr>
            <a:r>
              <a:rPr b="1" lang="en-US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                            </a:t>
            </a:r>
            <a:r>
              <a:rPr b="1" lang="en-GB" sz="40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Times New Roman"/>
              </a:rPr>
              <a:t>Activity Diagram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90000"/>
              </a:lnSpc>
            </a:pPr>
            <a:endParaRPr b="0" lang="en-US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31DA0E-80C3-4E35-B372-8FA694C76530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091680" y="730800"/>
            <a:ext cx="7512480" cy="2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378080" y="2732400"/>
            <a:ext cx="9975600" cy="107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                                        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And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itle 1"/>
          <p:cNvSpPr/>
          <p:nvPr/>
        </p:nvSpPr>
        <p:spPr>
          <a:xfrm>
            <a:off x="1054080" y="415440"/>
            <a:ext cx="10515240" cy="14803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 Questions?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itle 1"/>
          <p:cNvSpPr/>
          <p:nvPr/>
        </p:nvSpPr>
        <p:spPr>
          <a:xfrm>
            <a:off x="1054080" y="4650840"/>
            <a:ext cx="10515240" cy="114696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Thank You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073438-AF99-489F-8E75-7F20CE3FD696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LibreOffice/25.2.7.2$Windows_X86_64 LibreOffice_project/5cbfd1ab6520636bb5f7b99185aa69bd7456825d</Application>
  <AppVersion>15.0000</AppVersion>
  <Words>2818</Words>
  <Paragraphs>145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/>
  <dc:description/>
  <dc:language>en-US</dc:language>
  <cp:lastModifiedBy/>
  <dcterms:modified xsi:type="dcterms:W3CDTF">2025-12-17T13:46:18Z</dcterms:modified>
  <cp:revision>17</cp:revision>
  <dc:subject/>
  <dc:title>WPS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1E60B130C70B4561AC2D6AF6E7601B5F_11</vt:lpwstr>
  </property>
  <property fmtid="{D5CDD505-2E9C-101B-9397-08002B2CF9AE}" pid="3" name="KSOProductBuildVer">
    <vt:lpwstr>1033-12.2.0.23155</vt:lpwstr>
  </property>
  <property fmtid="{D5CDD505-2E9C-101B-9397-08002B2CF9AE}" pid="4" name="PresentationFormat">
    <vt:lpwstr>Widescreen</vt:lpwstr>
  </property>
  <property fmtid="{D5CDD505-2E9C-101B-9397-08002B2CF9AE}" pid="5" name="Slides">
    <vt:i4>18</vt:i4>
  </property>
</Properties>
</file>